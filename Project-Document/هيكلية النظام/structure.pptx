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CB8"/>
    <a:srgbClr val="E9E9E9"/>
    <a:srgbClr val="00D6D1"/>
    <a:srgbClr val="D0CECE"/>
    <a:srgbClr val="00EBE6"/>
    <a:srgbClr val="00FFFF"/>
    <a:srgbClr val="4D79C7"/>
    <a:srgbClr val="0000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5FD1-E492-FB57-752D-395F35A23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FA32E4-B429-8108-A2FF-7072134BE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4BE0B-5A7D-9700-F894-F287B737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762F6-E37E-D882-32EE-F86D12DCF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8A06D-46C1-5D0F-738C-2F85BE81C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2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A2A63-00DC-695D-F847-08AD29CB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0ABE3-E6A5-A8EB-73C1-097D2EAFE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4FD02-E68B-CA13-87E9-5456CABB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022B9-3B79-C200-ABC3-15B6E243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68A4A-4FE9-EBE7-D255-212FC7F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1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0CBB6-FE7B-3DC6-CB11-06E5DC83D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3905A-E721-5AB8-928D-D840F1E84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DDE6F-9C9D-36AF-D1ED-5EB8AA0B3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ECBB9-DF2C-0733-5C95-170FC2537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95CAD-F35D-FF60-E4FB-70B631FB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8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3D6EC-F556-16EF-9638-1DA70E5D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7D2FC-92BD-4C38-AE03-C2B85A35A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12E29-637B-A3F0-EEE9-BCCE4A224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95472-ED4E-4F2D-4047-A2D009B68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90E417-87A8-8C66-FE5F-F70EB7E7A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DE2C10-6179-239C-F0E6-3DB4145D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3052-B58F-B5D5-4277-9310560B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18FBF-7C1C-AF20-4968-6DBB6E22C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48EBD-758E-CFDB-0C65-1EA006D2E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E44560-4B6E-DAE6-0F17-A0C00ED2A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A45131-3EC1-7FBB-BBE8-24E55E7B0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1D595-A2BB-CC5C-E7C6-A9F4781AF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FFE1B7-3876-BDCD-94D0-F808A75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7EAEE-EB0D-FF29-F4E9-27C1575A7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69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48EA-270D-AA59-2AC3-14562745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969496-A640-60A4-9992-8F6C5B274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24AB36-6662-88BF-F93B-20A4B8E0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34C93-A05F-F5D6-195E-F058F853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44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969DD-7D11-8886-4CBC-9F7DD1DDF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15F8C-6899-CA4C-7FF2-6A4180920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53712-E513-D53A-54F4-2BDA91F30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98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8FA91-177B-B0F9-1B7A-4DEA371E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9F275-BB8B-C77B-D53E-36810286E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5E2C54-47F4-CFCC-A795-6B99324AF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756828-F593-468E-28F1-CF0F1C14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DB6F6-17BB-2370-476E-BE952B8B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E065F-2F9F-6FC4-265A-C8CEE843E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56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433E-DF6F-6F66-434A-58B8F5AC1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3C155F-065A-78FB-2C81-06D8CE40BB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DCAC0-D6FD-80E7-4098-23D68F6C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40C24-F332-A6C0-AFD6-AA0DC4CC9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D2A9D-B3A1-8277-C7AC-0622AA710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0715F-C791-7095-4216-6BB51B8F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3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E855B-5CFD-B5B2-CF90-1C9B4B8B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8E61B9-743D-5B2A-D7CD-A80BE72DF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789CE-AEAC-6D4C-8320-30227877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69ECD-3291-9314-B110-E74CC82E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EC0B1-A515-65FC-5F7D-A258C1B6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336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84D6B-3310-DF5E-3C42-62BDF4A28B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15CFD8-866B-061B-179E-CDF5C668F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8B88D-A7ED-025C-E164-625858D58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0823B-BDB2-D2C3-CAE4-667E703AD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508F35-2512-6114-23C7-AF578494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11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C8E3F2-7A34-595E-F434-DD0A69FDE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A1B3B-C451-929E-E07B-22DBFC20C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60655-AC5F-6321-DD20-059C9A5D69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DFCC9-407E-4CC1-A391-152AB4F4F0C6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2A729-CB1A-4A06-24A4-E8F230710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EAFA3-620B-9910-01E1-2C6BCBD32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50BE0-75B7-4813-BD8A-A95C0010B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09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5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4CAFA9-B7DF-6D87-C251-CC862FAF7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191B0222-DAA5-E894-718A-9389A3E41963}"/>
              </a:ext>
            </a:extLst>
          </p:cNvPr>
          <p:cNvSpPr/>
          <p:nvPr/>
        </p:nvSpPr>
        <p:spPr>
          <a:xfrm>
            <a:off x="196644" y="110494"/>
            <a:ext cx="4720217" cy="3118145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1AD54F-5906-075C-DA5A-EF177D1B085D}"/>
              </a:ext>
            </a:extLst>
          </p:cNvPr>
          <p:cNvSpPr/>
          <p:nvPr/>
        </p:nvSpPr>
        <p:spPr>
          <a:xfrm>
            <a:off x="7069282" y="118251"/>
            <a:ext cx="4929305" cy="6621498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2DEFBB0-5D46-C4FF-1708-094714D1F71A}"/>
              </a:ext>
            </a:extLst>
          </p:cNvPr>
          <p:cNvGrpSpPr/>
          <p:nvPr/>
        </p:nvGrpSpPr>
        <p:grpSpPr>
          <a:xfrm>
            <a:off x="414770" y="247838"/>
            <a:ext cx="4347939" cy="894080"/>
            <a:chOff x="8412480" y="386080"/>
            <a:chExt cx="4347939" cy="894080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0A1FF18-8234-0573-46DE-6413971F6340}"/>
                </a:ext>
              </a:extLst>
            </p:cNvPr>
            <p:cNvSpPr/>
            <p:nvPr/>
          </p:nvSpPr>
          <p:spPr>
            <a:xfrm>
              <a:off x="8412480" y="386080"/>
              <a:ext cx="4347939" cy="8940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420D9C9A-B2F4-75EF-D2C5-3DFDBC9B8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63260" y="494023"/>
              <a:ext cx="647714" cy="647714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1893C79-8315-2923-24C5-2468A0CFD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31428" y="487361"/>
              <a:ext cx="647714" cy="647714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7C220F4-932B-2FD6-FCBF-8E012A910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tx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8145" y="494023"/>
              <a:ext cx="647714" cy="647714"/>
            </a:xfrm>
            <a:prstGeom prst="rect">
              <a:avLst/>
            </a:prstGeom>
          </p:spPr>
        </p:pic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B569044-0DD6-48A5-228F-9239B92A197B}"/>
                </a:ext>
              </a:extLst>
            </p:cNvPr>
            <p:cNvCxnSpPr>
              <a:cxnSpLocks/>
            </p:cNvCxnSpPr>
            <p:nvPr/>
          </p:nvCxnSpPr>
          <p:spPr>
            <a:xfrm>
              <a:off x="9309683" y="817880"/>
              <a:ext cx="894736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7563CAB-C1A4-2379-A296-E9DE61CD6AE9}"/>
              </a:ext>
            </a:extLst>
          </p:cNvPr>
          <p:cNvGrpSpPr/>
          <p:nvPr/>
        </p:nvGrpSpPr>
        <p:grpSpPr>
          <a:xfrm>
            <a:off x="7269424" y="355781"/>
            <a:ext cx="1345605" cy="1781088"/>
            <a:chOff x="8862315" y="3048000"/>
            <a:chExt cx="1345605" cy="1781088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80BA868-0FE8-A7CB-AD20-FE4F8AD278EF}"/>
                </a:ext>
              </a:extLst>
            </p:cNvPr>
            <p:cNvSpPr/>
            <p:nvPr/>
          </p:nvSpPr>
          <p:spPr>
            <a:xfrm>
              <a:off x="8862315" y="3048000"/>
              <a:ext cx="1345605" cy="1781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322CCED6-E38A-5C57-41E5-8A190B8F1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2315" y="3175932"/>
              <a:ext cx="1345605" cy="1345605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9BFEC84-D554-D479-CAF1-0E6618AC374D}"/>
                </a:ext>
              </a:extLst>
            </p:cNvPr>
            <p:cNvSpPr txBox="1"/>
            <p:nvPr/>
          </p:nvSpPr>
          <p:spPr>
            <a:xfrm>
              <a:off x="9347405" y="4459756"/>
              <a:ext cx="3850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AI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1F7EFB0-F66F-C4A3-1686-10C01339F8C7}"/>
              </a:ext>
            </a:extLst>
          </p:cNvPr>
          <p:cNvGrpSpPr/>
          <p:nvPr/>
        </p:nvGrpSpPr>
        <p:grpSpPr>
          <a:xfrm>
            <a:off x="8878727" y="4997179"/>
            <a:ext cx="1345605" cy="1564902"/>
            <a:chOff x="8862315" y="3264186"/>
            <a:chExt cx="1345605" cy="1564902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5FA0D26-C93E-0F68-482F-22DF84093330}"/>
                </a:ext>
              </a:extLst>
            </p:cNvPr>
            <p:cNvSpPr/>
            <p:nvPr/>
          </p:nvSpPr>
          <p:spPr>
            <a:xfrm>
              <a:off x="8862315" y="3264186"/>
              <a:ext cx="1345605" cy="15649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28FB0B75-2758-F99A-90D6-611429295B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7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38405" y="3440193"/>
              <a:ext cx="993423" cy="993423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67CFE86-4E6D-2D85-CB03-8D79AB5B83C5}"/>
                </a:ext>
              </a:extLst>
            </p:cNvPr>
            <p:cNvSpPr txBox="1"/>
            <p:nvPr/>
          </p:nvSpPr>
          <p:spPr>
            <a:xfrm>
              <a:off x="8990993" y="4450766"/>
              <a:ext cx="1084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DataBase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1A48BA3D-28D7-1A03-C041-5AAA999BEF64}"/>
              </a:ext>
            </a:extLst>
          </p:cNvPr>
          <p:cNvGrpSpPr/>
          <p:nvPr/>
        </p:nvGrpSpPr>
        <p:grpSpPr>
          <a:xfrm>
            <a:off x="2495511" y="1529700"/>
            <a:ext cx="2267199" cy="1565746"/>
            <a:chOff x="8774559" y="3048000"/>
            <a:chExt cx="2267199" cy="1565746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BB29BAD-4C96-09B0-94F2-E1B706C90FD9}"/>
                </a:ext>
              </a:extLst>
            </p:cNvPr>
            <p:cNvSpPr/>
            <p:nvPr/>
          </p:nvSpPr>
          <p:spPr>
            <a:xfrm>
              <a:off x="8862316" y="3048000"/>
              <a:ext cx="2179442" cy="15657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075A2FFC-C7F2-060A-FD69-2BE5DA597B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74559" y="3158070"/>
              <a:ext cx="1345605" cy="1345605"/>
            </a:xfrm>
            <a:prstGeom prst="rect">
              <a:avLst/>
            </a:prstGeom>
          </p:spPr>
        </p:pic>
      </p:grp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245E374-2C4A-25D6-09E4-95F79993A8B6}"/>
              </a:ext>
            </a:extLst>
          </p:cNvPr>
          <p:cNvCxnSpPr>
            <a:cxnSpLocks/>
          </p:cNvCxnSpPr>
          <p:nvPr/>
        </p:nvCxnSpPr>
        <p:spPr>
          <a:xfrm>
            <a:off x="3415280" y="1140695"/>
            <a:ext cx="0" cy="3959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E2211128-72A2-676F-5F97-44CAA56BF7A0}"/>
              </a:ext>
            </a:extLst>
          </p:cNvPr>
          <p:cNvCxnSpPr>
            <a:cxnSpLocks/>
          </p:cNvCxnSpPr>
          <p:nvPr/>
        </p:nvCxnSpPr>
        <p:spPr>
          <a:xfrm flipV="1">
            <a:off x="3110232" y="1140696"/>
            <a:ext cx="0" cy="3959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DD5A6D11-F221-7A71-11F8-676973BC79C1}"/>
              </a:ext>
            </a:extLst>
          </p:cNvPr>
          <p:cNvSpPr txBox="1"/>
          <p:nvPr/>
        </p:nvSpPr>
        <p:spPr>
          <a:xfrm>
            <a:off x="402007" y="1165220"/>
            <a:ext cx="1932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Camera System</a:t>
            </a:r>
          </a:p>
        </p:txBody>
      </p:sp>
      <p:cxnSp>
        <p:nvCxnSpPr>
          <p:cNvPr id="94" name="Connector: Curved 93">
            <a:extLst>
              <a:ext uri="{FF2B5EF4-FFF2-40B4-BE49-F238E27FC236}">
                <a16:creationId xmlns:a16="http://schemas.microsoft.com/office/drawing/2014/main" id="{F82E2390-28F9-CC24-2C65-0B6F3EA4D256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4916861" y="790938"/>
            <a:ext cx="2352563" cy="365578"/>
          </a:xfrm>
          <a:prstGeom prst="curvedConnector3">
            <a:avLst>
              <a:gd name="adj1" fmla="val 50000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DF718FD-5C64-8AD4-746B-F77E64E617AD}"/>
              </a:ext>
            </a:extLst>
          </p:cNvPr>
          <p:cNvGrpSpPr/>
          <p:nvPr/>
        </p:nvGrpSpPr>
        <p:grpSpPr>
          <a:xfrm>
            <a:off x="3708358" y="1738015"/>
            <a:ext cx="938015" cy="1163960"/>
            <a:chOff x="8957380" y="3048000"/>
            <a:chExt cx="1138241" cy="162731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1CD7881-E1AA-3861-4552-753FB814606F}"/>
                </a:ext>
              </a:extLst>
            </p:cNvPr>
            <p:cNvSpPr/>
            <p:nvPr/>
          </p:nvSpPr>
          <p:spPr>
            <a:xfrm>
              <a:off x="8957380" y="3048000"/>
              <a:ext cx="1132606" cy="16273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5FA03A6D-D6B5-AA9C-C97E-10DB99706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63015" y="3176811"/>
              <a:ext cx="1132606" cy="1132605"/>
            </a:xfrm>
            <a:prstGeom prst="rect">
              <a:avLst/>
            </a:prstGeom>
          </p:spPr>
        </p:pic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8FCEAC91-AF2E-EA52-D241-2981641B4644}"/>
                </a:ext>
              </a:extLst>
            </p:cNvPr>
            <p:cNvSpPr txBox="1"/>
            <p:nvPr/>
          </p:nvSpPr>
          <p:spPr>
            <a:xfrm>
              <a:off x="8957381" y="4245015"/>
              <a:ext cx="1138240" cy="4302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mediamtx</a:t>
              </a:r>
            </a:p>
          </p:txBody>
        </p:sp>
      </p:grpSp>
      <p:cxnSp>
        <p:nvCxnSpPr>
          <p:cNvPr id="138" name="Connector: Curved 137">
            <a:extLst>
              <a:ext uri="{FF2B5EF4-FFF2-40B4-BE49-F238E27FC236}">
                <a16:creationId xmlns:a16="http://schemas.microsoft.com/office/drawing/2014/main" id="{0FE50120-DA71-C6E5-B038-0527EBC369D8}"/>
              </a:ext>
            </a:extLst>
          </p:cNvPr>
          <p:cNvCxnSpPr>
            <a:cxnSpLocks/>
            <a:endCxn id="68" idx="0"/>
          </p:cNvCxnSpPr>
          <p:nvPr/>
        </p:nvCxnSpPr>
        <p:spPr>
          <a:xfrm flipV="1">
            <a:off x="4916861" y="355781"/>
            <a:ext cx="4634669" cy="125946"/>
          </a:xfrm>
          <a:prstGeom prst="curvedConnector4">
            <a:avLst>
              <a:gd name="adj1" fmla="val 44015"/>
              <a:gd name="adj2" fmla="val 219053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332BF505-04F1-FC8D-418B-7A0BDCB2DC1E}"/>
              </a:ext>
            </a:extLst>
          </p:cNvPr>
          <p:cNvSpPr txBox="1"/>
          <p:nvPr/>
        </p:nvSpPr>
        <p:spPr>
          <a:xfrm>
            <a:off x="4848080" y="801624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RTSP stream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BBB691B1-3C04-2E34-03A3-6AA587113F8C}"/>
              </a:ext>
            </a:extLst>
          </p:cNvPr>
          <p:cNvSpPr txBox="1"/>
          <p:nvPr/>
        </p:nvSpPr>
        <p:spPr>
          <a:xfrm>
            <a:off x="4916861" y="247838"/>
            <a:ext cx="7809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C00000"/>
                </a:solidFill>
              </a:rPr>
              <a:t>HLS stream</a:t>
            </a:r>
          </a:p>
        </p:txBody>
      </p:sp>
      <p:cxnSp>
        <p:nvCxnSpPr>
          <p:cNvPr id="174" name="Connector: Curved 173">
            <a:extLst>
              <a:ext uri="{FF2B5EF4-FFF2-40B4-BE49-F238E27FC236}">
                <a16:creationId xmlns:a16="http://schemas.microsoft.com/office/drawing/2014/main" id="{CC8D17A1-6304-D8BF-4609-4777F677B093}"/>
              </a:ext>
            </a:extLst>
          </p:cNvPr>
          <p:cNvCxnSpPr>
            <a:cxnSpLocks/>
          </p:cNvCxnSpPr>
          <p:nvPr/>
        </p:nvCxnSpPr>
        <p:spPr>
          <a:xfrm>
            <a:off x="4916861" y="2073837"/>
            <a:ext cx="2368919" cy="1004452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966D71DB-37A1-31C0-E09C-5298D132B46C}"/>
              </a:ext>
            </a:extLst>
          </p:cNvPr>
          <p:cNvSpPr txBox="1"/>
          <p:nvPr/>
        </p:nvSpPr>
        <p:spPr>
          <a:xfrm>
            <a:off x="4890311" y="2292086"/>
            <a:ext cx="1211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4D79C7"/>
                </a:solidFill>
              </a:rPr>
              <a:t>Send cameras info automatically </a:t>
            </a:r>
          </a:p>
        </p:txBody>
      </p:sp>
      <p:cxnSp>
        <p:nvCxnSpPr>
          <p:cNvPr id="184" name="Connector: Curved 183">
            <a:extLst>
              <a:ext uri="{FF2B5EF4-FFF2-40B4-BE49-F238E27FC236}">
                <a16:creationId xmlns:a16="http://schemas.microsoft.com/office/drawing/2014/main" id="{DFE0A6BC-58DC-860C-A823-B3D9C9937ECB}"/>
              </a:ext>
            </a:extLst>
          </p:cNvPr>
          <p:cNvCxnSpPr>
            <a:cxnSpLocks/>
          </p:cNvCxnSpPr>
          <p:nvPr/>
        </p:nvCxnSpPr>
        <p:spPr>
          <a:xfrm flipV="1">
            <a:off x="4122636" y="4025651"/>
            <a:ext cx="3146787" cy="492459"/>
          </a:xfrm>
          <a:prstGeom prst="curvedConnector3">
            <a:avLst>
              <a:gd name="adj1" fmla="val 50000"/>
            </a:avLst>
          </a:prstGeom>
          <a:ln w="28575">
            <a:solidFill>
              <a:srgbClr val="00BC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Curved 189">
            <a:extLst>
              <a:ext uri="{FF2B5EF4-FFF2-40B4-BE49-F238E27FC236}">
                <a16:creationId xmlns:a16="http://schemas.microsoft.com/office/drawing/2014/main" id="{6FC29309-1891-A778-E2A2-68409A8D3F8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37708" y="4322530"/>
            <a:ext cx="3148073" cy="482514"/>
          </a:xfrm>
          <a:prstGeom prst="curvedConnector3">
            <a:avLst>
              <a:gd name="adj1" fmla="val 50000"/>
            </a:avLst>
          </a:prstGeom>
          <a:ln w="28575">
            <a:solidFill>
              <a:srgbClr val="00BCB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E5F8F1EA-1439-5233-05D2-2F604FE58131}"/>
              </a:ext>
            </a:extLst>
          </p:cNvPr>
          <p:cNvGrpSpPr/>
          <p:nvPr/>
        </p:nvGrpSpPr>
        <p:grpSpPr>
          <a:xfrm>
            <a:off x="398949" y="1536635"/>
            <a:ext cx="1345605" cy="1564902"/>
            <a:chOff x="8862315" y="3264186"/>
            <a:chExt cx="1345605" cy="1564902"/>
          </a:xfrm>
        </p:grpSpPr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DE4695C-C2E1-6703-0BB3-04F9D7937CBC}"/>
                </a:ext>
              </a:extLst>
            </p:cNvPr>
            <p:cNvSpPr/>
            <p:nvPr/>
          </p:nvSpPr>
          <p:spPr>
            <a:xfrm>
              <a:off x="8862315" y="3264186"/>
              <a:ext cx="1345605" cy="15649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215" name="Picture 214">
              <a:extLst>
                <a:ext uri="{FF2B5EF4-FFF2-40B4-BE49-F238E27FC236}">
                  <a16:creationId xmlns:a16="http://schemas.microsoft.com/office/drawing/2014/main" id="{B9C54126-D2CF-2BD0-D299-14748C5FD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7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038405" y="3440193"/>
              <a:ext cx="993423" cy="993423"/>
            </a:xfrm>
            <a:prstGeom prst="rect">
              <a:avLst/>
            </a:prstGeom>
          </p:spPr>
        </p:pic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F82D07C0-A7B6-27E2-CEE6-F3CD4E25A7DF}"/>
                </a:ext>
              </a:extLst>
            </p:cNvPr>
            <p:cNvSpPr txBox="1"/>
            <p:nvPr/>
          </p:nvSpPr>
          <p:spPr>
            <a:xfrm>
              <a:off x="8990993" y="4450766"/>
              <a:ext cx="10843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DataBase</a:t>
              </a:r>
            </a:p>
          </p:txBody>
        </p:sp>
      </p:grpSp>
      <p:cxnSp>
        <p:nvCxnSpPr>
          <p:cNvPr id="217" name="Straight Arrow Connector 216">
            <a:extLst>
              <a:ext uri="{FF2B5EF4-FFF2-40B4-BE49-F238E27FC236}">
                <a16:creationId xmlns:a16="http://schemas.microsoft.com/office/drawing/2014/main" id="{8C9ED917-BE11-B379-2449-544CBAAC59BF}"/>
              </a:ext>
            </a:extLst>
          </p:cNvPr>
          <p:cNvCxnSpPr>
            <a:cxnSpLocks/>
          </p:cNvCxnSpPr>
          <p:nvPr/>
        </p:nvCxnSpPr>
        <p:spPr>
          <a:xfrm flipH="1">
            <a:off x="1738329" y="2123736"/>
            <a:ext cx="843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56AF74D0-9872-5A03-DCAB-A88DC76D9D34}"/>
              </a:ext>
            </a:extLst>
          </p:cNvPr>
          <p:cNvCxnSpPr>
            <a:cxnSpLocks/>
          </p:cNvCxnSpPr>
          <p:nvPr/>
        </p:nvCxnSpPr>
        <p:spPr>
          <a:xfrm>
            <a:off x="1738329" y="2437255"/>
            <a:ext cx="84393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7A213F-9616-2CF3-39A5-4B28ED60938C}"/>
              </a:ext>
            </a:extLst>
          </p:cNvPr>
          <p:cNvGrpSpPr/>
          <p:nvPr/>
        </p:nvGrpSpPr>
        <p:grpSpPr>
          <a:xfrm>
            <a:off x="192967" y="3377120"/>
            <a:ext cx="3954821" cy="2063320"/>
            <a:chOff x="208860" y="3832950"/>
            <a:chExt cx="3954821" cy="2063320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5D50AB1-FF38-3963-7D45-432884367B41}"/>
                </a:ext>
              </a:extLst>
            </p:cNvPr>
            <p:cNvSpPr/>
            <p:nvPr/>
          </p:nvSpPr>
          <p:spPr>
            <a:xfrm>
              <a:off x="208860" y="3832950"/>
              <a:ext cx="3954821" cy="206332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28575">
              <a:solidFill>
                <a:srgbClr val="00BCB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3A33C0F2-DDEC-38A0-EE5B-7CC45C9BDAA6}"/>
                </a:ext>
              </a:extLst>
            </p:cNvPr>
            <p:cNvSpPr txBox="1"/>
            <p:nvPr/>
          </p:nvSpPr>
          <p:spPr>
            <a:xfrm>
              <a:off x="355491" y="5526938"/>
              <a:ext cx="219659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External System 2</a:t>
              </a:r>
            </a:p>
          </p:txBody>
        </p: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8556A599-3A74-1A80-45FC-DBE40E3A18C1}"/>
                </a:ext>
              </a:extLst>
            </p:cNvPr>
            <p:cNvGrpSpPr/>
            <p:nvPr/>
          </p:nvGrpSpPr>
          <p:grpSpPr>
            <a:xfrm>
              <a:off x="2593051" y="3930987"/>
              <a:ext cx="1345605" cy="1565746"/>
              <a:chOff x="8849035" y="2968026"/>
              <a:chExt cx="1345605" cy="1565746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086D2696-A78A-B40D-58A6-C3F24D2CEB15}"/>
                  </a:ext>
                </a:extLst>
              </p:cNvPr>
              <p:cNvSpPr/>
              <p:nvPr/>
            </p:nvSpPr>
            <p:spPr>
              <a:xfrm>
                <a:off x="8849035" y="2968026"/>
                <a:ext cx="1345605" cy="156574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pic>
            <p:nvPicPr>
              <p:cNvPr id="232" name="Picture 231">
                <a:extLst>
                  <a:ext uri="{FF2B5EF4-FFF2-40B4-BE49-F238E27FC236}">
                    <a16:creationId xmlns:a16="http://schemas.microsoft.com/office/drawing/2014/main" id="{6CA43160-C1A2-3EAD-696D-08FEB035D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49035" y="3095958"/>
                <a:ext cx="1345605" cy="1345605"/>
              </a:xfrm>
              <a:prstGeom prst="rect">
                <a:avLst/>
              </a:prstGeom>
              <a:ln>
                <a:noFill/>
              </a:ln>
            </p:spPr>
          </p:pic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36603A94-B4E3-CCE6-55E9-2EB101614BC5}"/>
                </a:ext>
              </a:extLst>
            </p:cNvPr>
            <p:cNvGrpSpPr/>
            <p:nvPr/>
          </p:nvGrpSpPr>
          <p:grpSpPr>
            <a:xfrm>
              <a:off x="408733" y="3937922"/>
              <a:ext cx="1345605" cy="1564902"/>
              <a:chOff x="8849035" y="3184212"/>
              <a:chExt cx="1345605" cy="1564902"/>
            </a:xfrm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2C616BA1-EFA8-C949-CFDE-162A067AFA49}"/>
                  </a:ext>
                </a:extLst>
              </p:cNvPr>
              <p:cNvSpPr/>
              <p:nvPr/>
            </p:nvSpPr>
            <p:spPr>
              <a:xfrm>
                <a:off x="8849035" y="3184212"/>
                <a:ext cx="1345605" cy="15649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pic>
            <p:nvPicPr>
              <p:cNvPr id="235" name="Picture 234">
                <a:extLst>
                  <a:ext uri="{FF2B5EF4-FFF2-40B4-BE49-F238E27FC236}">
                    <a16:creationId xmlns:a16="http://schemas.microsoft.com/office/drawing/2014/main" id="{BE82C1A7-7AA0-F4D2-8D6A-94CA8F7C00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colorTemperature colorTemp="7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9025125" y="3360219"/>
                <a:ext cx="993423" cy="993423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85FD5E32-31C6-38AA-688A-B434C3A57DD2}"/>
                  </a:ext>
                </a:extLst>
              </p:cNvPr>
              <p:cNvSpPr txBox="1"/>
              <p:nvPr/>
            </p:nvSpPr>
            <p:spPr>
              <a:xfrm>
                <a:off x="8977713" y="4370792"/>
                <a:ext cx="108439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DataBase</a:t>
                </a:r>
              </a:p>
            </p:txBody>
          </p:sp>
        </p:grp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0AE2EEDA-2052-31AD-D854-6F8C589251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28707" y="4481481"/>
              <a:ext cx="84393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2FCF0DC5-E72D-AC7B-99A3-16FF91E4EE1D}"/>
                </a:ext>
              </a:extLst>
            </p:cNvPr>
            <p:cNvCxnSpPr>
              <a:cxnSpLocks/>
            </p:cNvCxnSpPr>
            <p:nvPr/>
          </p:nvCxnSpPr>
          <p:spPr>
            <a:xfrm>
              <a:off x="1748113" y="4838542"/>
              <a:ext cx="843938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EEEA2555-947D-678E-600A-9CCB2CCD3CF1}"/>
              </a:ext>
            </a:extLst>
          </p:cNvPr>
          <p:cNvSpPr txBox="1"/>
          <p:nvPr/>
        </p:nvSpPr>
        <p:spPr>
          <a:xfrm>
            <a:off x="7234195" y="6179893"/>
            <a:ext cx="135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Our System </a:t>
            </a:r>
          </a:p>
        </p:txBody>
      </p:sp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5A45C880-85EB-49F2-076A-60F3D2EAA9D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27490" y="4451782"/>
            <a:ext cx="3756670" cy="1691110"/>
          </a:xfrm>
          <a:prstGeom prst="curvedConnector3">
            <a:avLst>
              <a:gd name="adj1" fmla="val 439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837A6210-B9AC-772E-EEED-9DE52F33DB26}"/>
              </a:ext>
            </a:extLst>
          </p:cNvPr>
          <p:cNvGrpSpPr/>
          <p:nvPr/>
        </p:nvGrpSpPr>
        <p:grpSpPr>
          <a:xfrm rot="5400000">
            <a:off x="8099077" y="2829026"/>
            <a:ext cx="6202431" cy="1237966"/>
            <a:chOff x="6740652" y="4859663"/>
            <a:chExt cx="5183056" cy="123796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B35CBF2-1C4B-C263-E2F6-65807CB9138F}"/>
                </a:ext>
              </a:extLst>
            </p:cNvPr>
            <p:cNvGrpSpPr/>
            <p:nvPr/>
          </p:nvGrpSpPr>
          <p:grpSpPr>
            <a:xfrm>
              <a:off x="6740652" y="4859663"/>
              <a:ext cx="5183056" cy="1237966"/>
              <a:chOff x="7594129" y="5405121"/>
              <a:chExt cx="4402957" cy="123796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36EE87C-61B1-8EE4-7C47-49DB2181CDCF}"/>
                  </a:ext>
                </a:extLst>
              </p:cNvPr>
              <p:cNvSpPr/>
              <p:nvPr/>
            </p:nvSpPr>
            <p:spPr>
              <a:xfrm>
                <a:off x="7594129" y="5405121"/>
                <a:ext cx="4402957" cy="123796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D61A56EC-EF64-2A09-569B-A36D378AAE6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8882615" y="5532960"/>
                <a:ext cx="0" cy="950975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BF015C3-D558-21D3-F940-26F0B00A8E07}"/>
                </a:ext>
              </a:extLst>
            </p:cNvPr>
            <p:cNvSpPr txBox="1"/>
            <p:nvPr/>
          </p:nvSpPr>
          <p:spPr>
            <a:xfrm>
              <a:off x="7547444" y="4982313"/>
              <a:ext cx="1356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Employees</a:t>
              </a:r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6F3E722-629A-3DA5-5C52-0F21CA14ADEB}"/>
              </a:ext>
            </a:extLst>
          </p:cNvPr>
          <p:cNvGrpSpPr/>
          <p:nvPr/>
        </p:nvGrpSpPr>
        <p:grpSpPr>
          <a:xfrm>
            <a:off x="192967" y="5599866"/>
            <a:ext cx="3944738" cy="1132126"/>
            <a:chOff x="192967" y="5599866"/>
            <a:chExt cx="3944738" cy="113212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852E6BB-4FD1-C6C4-8383-DA5FEF80B4D5}"/>
                </a:ext>
              </a:extLst>
            </p:cNvPr>
            <p:cNvSpPr/>
            <p:nvPr/>
          </p:nvSpPr>
          <p:spPr>
            <a:xfrm>
              <a:off x="192967" y="5599866"/>
              <a:ext cx="3944738" cy="113212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4B8261-9085-4033-BB66-B09067A1F640}"/>
                </a:ext>
              </a:extLst>
            </p:cNvPr>
            <p:cNvSpPr txBox="1"/>
            <p:nvPr/>
          </p:nvSpPr>
          <p:spPr>
            <a:xfrm>
              <a:off x="1004090" y="5775763"/>
              <a:ext cx="13560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Drivers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4140CCE-12C2-4E76-1E6B-BAE83A869E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615" y="5759877"/>
              <a:ext cx="802205" cy="802205"/>
            </a:xfrm>
            <a:prstGeom prst="rect">
              <a:avLst/>
            </a:prstGeom>
          </p:spPr>
        </p:pic>
        <p:pic>
          <p:nvPicPr>
            <p:cNvPr id="77" name="Picture 76">
              <a:extLst>
                <a:ext uri="{FF2B5EF4-FFF2-40B4-BE49-F238E27FC236}">
                  <a16:creationId xmlns:a16="http://schemas.microsoft.com/office/drawing/2014/main" id="{9A907095-D271-A9C6-1C9E-A5965A6C5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9599" y="5759876"/>
              <a:ext cx="802205" cy="802205"/>
            </a:xfrm>
            <a:prstGeom prst="rect">
              <a:avLst/>
            </a:prstGeom>
          </p:spPr>
        </p:pic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023792B4-AB84-FEF9-29A9-E367EEEFC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9412" y="5759877"/>
              <a:ext cx="802205" cy="802205"/>
            </a:xfrm>
            <a:prstGeom prst="rect">
              <a:avLst/>
            </a:prstGeom>
          </p:spPr>
        </p:pic>
      </p:grp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BD38ED2-02B2-49CB-5C23-BEA07E76443A}"/>
              </a:ext>
            </a:extLst>
          </p:cNvPr>
          <p:cNvCxnSpPr>
            <a:cxnSpLocks/>
            <a:stCxn id="5" idx="3"/>
            <a:endCxn id="78" idx="1"/>
          </p:cNvCxnSpPr>
          <p:nvPr/>
        </p:nvCxnSpPr>
        <p:spPr>
          <a:xfrm>
            <a:off x="1034820" y="6160980"/>
            <a:ext cx="1294592" cy="0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CE290755-A0B5-7562-EABB-1DF76273CD59}"/>
              </a:ext>
            </a:extLst>
          </p:cNvPr>
          <p:cNvSpPr txBox="1"/>
          <p:nvPr/>
        </p:nvSpPr>
        <p:spPr>
          <a:xfrm>
            <a:off x="5828766" y="5546786"/>
            <a:ext cx="11958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dirty="0"/>
              <a:t>Telegram message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8709F0D-C9A6-9ABA-F2FD-F332EA15DD8D}"/>
              </a:ext>
            </a:extLst>
          </p:cNvPr>
          <p:cNvSpPr txBox="1"/>
          <p:nvPr/>
        </p:nvSpPr>
        <p:spPr>
          <a:xfrm>
            <a:off x="4145607" y="4212651"/>
            <a:ext cx="8513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BCB8"/>
                </a:solidFill>
              </a:rPr>
              <a:t>Drivers Info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A0524B9-E8D6-D51C-4933-66B79BE26DDB}"/>
              </a:ext>
            </a:extLst>
          </p:cNvPr>
          <p:cNvGrpSpPr/>
          <p:nvPr/>
        </p:nvGrpSpPr>
        <p:grpSpPr>
          <a:xfrm>
            <a:off x="8878727" y="355781"/>
            <a:ext cx="1345605" cy="1781088"/>
            <a:chOff x="8862315" y="3048000"/>
            <a:chExt cx="1345605" cy="1781088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78315FD9-5261-DEC5-41DB-D0049E407131}"/>
                </a:ext>
              </a:extLst>
            </p:cNvPr>
            <p:cNvSpPr/>
            <p:nvPr/>
          </p:nvSpPr>
          <p:spPr>
            <a:xfrm>
              <a:off x="8862315" y="3048000"/>
              <a:ext cx="1345605" cy="1781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5FD990A9-F486-BABA-217C-DAD1CB9E8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2315" y="3175932"/>
              <a:ext cx="1345605" cy="1345605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A4AE06B-3029-09AF-953E-C38D661AD11D}"/>
                </a:ext>
              </a:extLst>
            </p:cNvPr>
            <p:cNvSpPr txBox="1"/>
            <p:nvPr/>
          </p:nvSpPr>
          <p:spPr>
            <a:xfrm>
              <a:off x="9008242" y="4446623"/>
              <a:ext cx="1053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Frontend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E80A1F4-E7C0-36E5-7625-637AE79D5394}"/>
              </a:ext>
            </a:extLst>
          </p:cNvPr>
          <p:cNvGrpSpPr/>
          <p:nvPr/>
        </p:nvGrpSpPr>
        <p:grpSpPr>
          <a:xfrm>
            <a:off x="7269423" y="2670694"/>
            <a:ext cx="2951145" cy="1817056"/>
            <a:chOff x="8862315" y="3048000"/>
            <a:chExt cx="2951145" cy="1817056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1B4FD83-8E31-8EE4-6D7D-724A8A6F3969}"/>
                </a:ext>
              </a:extLst>
            </p:cNvPr>
            <p:cNvSpPr/>
            <p:nvPr/>
          </p:nvSpPr>
          <p:spPr>
            <a:xfrm>
              <a:off x="8862315" y="3048000"/>
              <a:ext cx="2951145" cy="178108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/>
            </a:p>
          </p:txBody>
        </p: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F8C342C3-D71E-8C00-9D3B-D655CF95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0834" y="3244352"/>
              <a:ext cx="1345605" cy="1345605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F9971DE-5280-379A-A780-5D4783BAA268}"/>
                </a:ext>
              </a:extLst>
            </p:cNvPr>
            <p:cNvSpPr txBox="1"/>
            <p:nvPr/>
          </p:nvSpPr>
          <p:spPr>
            <a:xfrm>
              <a:off x="9798083" y="4495724"/>
              <a:ext cx="9911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Backend</a:t>
              </a:r>
            </a:p>
          </p:txBody>
        </p:sp>
      </p:grp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AC91859B-8244-24BB-CD6D-5394C1929FA4}"/>
              </a:ext>
            </a:extLst>
          </p:cNvPr>
          <p:cNvCxnSpPr>
            <a:cxnSpLocks/>
          </p:cNvCxnSpPr>
          <p:nvPr/>
        </p:nvCxnSpPr>
        <p:spPr>
          <a:xfrm flipV="1">
            <a:off x="8059665" y="2136869"/>
            <a:ext cx="1" cy="533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6EAAD4E-9C1D-4172-43CC-B40766381E79}"/>
              </a:ext>
            </a:extLst>
          </p:cNvPr>
          <p:cNvCxnSpPr>
            <a:cxnSpLocks/>
          </p:cNvCxnSpPr>
          <p:nvPr/>
        </p:nvCxnSpPr>
        <p:spPr>
          <a:xfrm>
            <a:off x="7831045" y="2132627"/>
            <a:ext cx="0" cy="536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0312DE1-613D-90FB-2ED7-F44CCA7BBCAC}"/>
              </a:ext>
            </a:extLst>
          </p:cNvPr>
          <p:cNvCxnSpPr>
            <a:cxnSpLocks/>
          </p:cNvCxnSpPr>
          <p:nvPr/>
        </p:nvCxnSpPr>
        <p:spPr>
          <a:xfrm flipV="1">
            <a:off x="9659715" y="4457826"/>
            <a:ext cx="1" cy="533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E476FB4-A62B-7EFB-2435-C66F28E26CF8}"/>
              </a:ext>
            </a:extLst>
          </p:cNvPr>
          <p:cNvCxnSpPr>
            <a:cxnSpLocks/>
          </p:cNvCxnSpPr>
          <p:nvPr/>
        </p:nvCxnSpPr>
        <p:spPr>
          <a:xfrm>
            <a:off x="9435292" y="4456631"/>
            <a:ext cx="0" cy="536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Picture 107">
            <a:extLst>
              <a:ext uri="{FF2B5EF4-FFF2-40B4-BE49-F238E27FC236}">
                <a16:creationId xmlns:a16="http://schemas.microsoft.com/office/drawing/2014/main" id="{89C529C4-52AF-CCFF-07F0-DAA2B2AC89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39" y="5401036"/>
            <a:ext cx="899708" cy="914610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CE13B4F0-BE8A-7EF9-F3ED-1082051AF9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3362" y="4144231"/>
            <a:ext cx="899708" cy="914610"/>
          </a:xfrm>
          <a:prstGeom prst="rect">
            <a:avLst/>
          </a:pr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C215DF41-55A8-1085-3432-34D6A27CC0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39" y="2916133"/>
            <a:ext cx="899708" cy="91461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0C827814-7386-EB66-D881-02618BD1C2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771" y="451819"/>
            <a:ext cx="899708" cy="914610"/>
          </a:xfrm>
          <a:prstGeom prst="rect">
            <a:avLst/>
          </a:prstGeom>
        </p:spPr>
      </p:pic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18CFC56A-0372-A364-E7E1-38DFAD94A92C}"/>
              </a:ext>
            </a:extLst>
          </p:cNvPr>
          <p:cNvCxnSpPr>
            <a:cxnSpLocks/>
          </p:cNvCxnSpPr>
          <p:nvPr/>
        </p:nvCxnSpPr>
        <p:spPr>
          <a:xfrm flipH="1">
            <a:off x="10224332" y="1156515"/>
            <a:ext cx="3519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F6DBCDF-A4C9-10A4-C53E-BC3E3D0198CF}"/>
              </a:ext>
            </a:extLst>
          </p:cNvPr>
          <p:cNvCxnSpPr>
            <a:cxnSpLocks/>
          </p:cNvCxnSpPr>
          <p:nvPr/>
        </p:nvCxnSpPr>
        <p:spPr>
          <a:xfrm>
            <a:off x="10224332" y="1366429"/>
            <a:ext cx="3519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BB6388C3-26BA-6028-443C-B1C6206DD913}"/>
              </a:ext>
            </a:extLst>
          </p:cNvPr>
          <p:cNvCxnSpPr>
            <a:cxnSpLocks/>
          </p:cNvCxnSpPr>
          <p:nvPr/>
        </p:nvCxnSpPr>
        <p:spPr>
          <a:xfrm flipV="1">
            <a:off x="9653951" y="2132627"/>
            <a:ext cx="1" cy="5338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816690E4-9E94-6D3F-5F7F-4810143FA4DE}"/>
              </a:ext>
            </a:extLst>
          </p:cNvPr>
          <p:cNvCxnSpPr>
            <a:cxnSpLocks/>
          </p:cNvCxnSpPr>
          <p:nvPr/>
        </p:nvCxnSpPr>
        <p:spPr>
          <a:xfrm>
            <a:off x="9425331" y="2128385"/>
            <a:ext cx="0" cy="53621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Picture 153">
            <a:extLst>
              <a:ext uri="{FF2B5EF4-FFF2-40B4-BE49-F238E27FC236}">
                <a16:creationId xmlns:a16="http://schemas.microsoft.com/office/drawing/2014/main" id="{5176B8BB-D2F0-3A84-1610-6DA91CFFB54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4928" y="349119"/>
            <a:ext cx="647714" cy="64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40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28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Beshr Alkeddeh</dc:creator>
  <cp:lastModifiedBy>Beshr Alkeddeh</cp:lastModifiedBy>
  <cp:revision>24</cp:revision>
  <dcterms:created xsi:type="dcterms:W3CDTF">2025-08-07T20:54:31Z</dcterms:created>
  <dcterms:modified xsi:type="dcterms:W3CDTF">2025-08-18T19:28:10Z</dcterms:modified>
</cp:coreProperties>
</file>